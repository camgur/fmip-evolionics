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42B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46C37-FF8D-4078-9413-F723DB5C4F60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49466-1464-4557-8F83-A386AE9B8E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245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49466-1464-4557-8F83-A386AE9B8EB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134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E3E9-40B4-0739-30D5-1C8BA6F05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6F32D-D2B0-C506-76EE-6F20FD71D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2FAA6-66CB-C327-4ACF-8949F955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91CD-E6E6-2189-C12E-269A7A35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50D4E-638F-094F-9685-F506AA1F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183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0FAC-0CBF-6980-A8EC-A07FF0D9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D73AA-62E4-E686-97EF-B46815B5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60F77-4D64-2F70-DD2E-72FAF3AA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8FF7-E745-7F33-498D-D368E043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DD511-B413-0A63-FA72-E5DB135B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934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2AF4A-DD83-EC69-BF44-99E3B6CC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81EE-386E-B6EE-68D5-1772BAB3C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733E-BE00-CEDC-C19A-43ECAA88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EC98-A6ED-129C-A943-AE2E1C65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308D-F5AF-0508-617C-7F30EC75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0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A626-620E-4C99-B8DA-55019C61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78A81-5C8C-3770-CA1B-203941FB3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5A69-CFB1-53AE-3B00-85CB8271C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BA71-5F4B-E39C-224D-BC619B65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54196-FACB-ABCB-D7B6-1BEDA5C1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B143E-23D8-F299-1BDE-76D69E68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85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E5986-776C-A314-7A9F-28421540A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B5B0-DB12-2FB9-C99D-ADDCB1033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3A788-FF5C-A70E-2A13-3ADD45C9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F3C79-4CCC-C454-2D4A-899377442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EC696-E0F1-AC20-13B5-8EB112ADC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55E28-76CE-ED65-1392-85611544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ACD57-492A-4F91-2C99-99151985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898BE-7F5C-7313-2E8B-641E6D0B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58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B835-98EA-3BFB-E8BF-72A19409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F6E3B-6623-C4B2-B38E-C525FEC8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06F23-5085-F82A-3814-D93E2CD5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849C2-AC81-9453-F0F9-ED499207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39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3E711-2D88-0061-C66E-E9B2FCC0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99763-A7F2-C8C0-A8D7-6E0EB7DB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4076-B2EF-6F14-542F-55BF8281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102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2A32-FCD2-F53F-1C3F-E59EE34A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59FB-35BC-8DF3-98D4-0651620DB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A20FA-2C55-BDA7-EF8A-2C6F4BA6A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036B8-70F4-F308-F883-818D33A03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D6094-52D9-8528-1D5F-37021C39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CA755-13AD-AC24-0520-6E1D73B8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061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DD42-0EE8-5523-2F39-ABD8D3FB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1912-DC63-4340-AB8F-097BD7AB5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76D5A-42EA-0DED-CAA4-A9548F52F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7C8F5-DA9C-3638-0952-84924956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5EA10-EDE2-A45F-C5CD-4F516EE4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9A698-1D9A-B453-668F-FC0A9264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816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B97E-6FF5-7A10-B249-9A61AF2E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E8BBA-8A18-2ECC-7421-1472C222F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96C1B-FCDB-4265-E616-82A6697C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A6DFA-26CE-0CEB-E3C5-B2DB710E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9461F-C237-6352-31E4-AFCB1FBF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036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2684B-A4C0-348D-48C9-A08A45F5A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F39C0-C902-10A7-DD6B-DC8D99AB9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E50CF-5D88-071A-DA5D-A5593D57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1EDA8-35F1-0959-2738-6FAD4606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3AABD-259A-A24A-7A53-71CC5CF4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73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8B230-E289-4EBB-02FC-F0AF31C0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AB36-7567-3A41-2153-9B2E1CA6A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0962-588F-45E1-4B0E-6198C007A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A3496-0F8A-4B91-A11A-15E9C5BE8988}" type="datetimeFigureOut">
              <a:rPr lang="en-CA" smtClean="0"/>
              <a:t>2025-03-13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06137-01AA-282F-799A-FBC0DF28B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5D8DF-2884-A2D3-95AF-EA35F95C0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AA023-1CC0-4D0B-8E4D-F583A433BE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361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19.svg"/><Relationship Id="rId4" Type="http://schemas.openxmlformats.org/officeDocument/2006/relationships/image" Target="../media/image15.sv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36FE-7F0C-F8BF-B026-0A77FF213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86E64-5202-B02D-205B-8ABFB57D9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15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3CC3A-5C92-DD42-0DD0-503A73C9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9B31D75-8D17-620E-AC0A-460320931CBF}"/>
              </a:ext>
            </a:extLst>
          </p:cNvPr>
          <p:cNvGrpSpPr/>
          <p:nvPr/>
        </p:nvGrpSpPr>
        <p:grpSpPr>
          <a:xfrm>
            <a:off x="-166255" y="136916"/>
            <a:ext cx="6611064" cy="1310477"/>
            <a:chOff x="-166255" y="136916"/>
            <a:chExt cx="6611064" cy="13104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691B4B-A921-A91D-639D-DD1FFCCCED96}"/>
                </a:ext>
              </a:extLst>
            </p:cNvPr>
            <p:cNvSpPr/>
            <p:nvPr/>
          </p:nvSpPr>
          <p:spPr>
            <a:xfrm>
              <a:off x="-166255" y="136916"/>
              <a:ext cx="6611064" cy="1310477"/>
            </a:xfrm>
            <a:prstGeom prst="rect">
              <a:avLst/>
            </a:prstGeom>
            <a:solidFill>
              <a:srgbClr val="37342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028" name="Picture 4" descr="Home - School of Computational Science &amp; Engineering - Faculty of Science -  McMaster University">
              <a:extLst>
                <a:ext uri="{FF2B5EF4-FFF2-40B4-BE49-F238E27FC236}">
                  <a16:creationId xmlns:a16="http://schemas.microsoft.com/office/drawing/2014/main" id="{C9F4FBFE-3D63-EF49-78AB-81E67EDEEC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8318"/>
              <a:ext cx="6134100" cy="1209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9C8F43-D8FB-A94E-AD72-AFAEC0A5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810" y="-123825"/>
            <a:ext cx="16637620" cy="710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9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7F0BA-D941-FA60-74ED-09882BF2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1EEBDC4-7A72-9250-3F7D-9F2FF2C08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3535" y="-359505"/>
            <a:ext cx="6269283" cy="626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4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A112A-A4BD-F777-565F-116DC196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4855F28-BBF4-DA3A-2633-05795C2F5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95" y="189327"/>
            <a:ext cx="5063794" cy="6217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8EF17B-C10C-D1C2-04A0-F5775A2D708F}"/>
              </a:ext>
            </a:extLst>
          </p:cNvPr>
          <p:cNvSpPr txBox="1"/>
          <p:nvPr/>
        </p:nvSpPr>
        <p:spPr>
          <a:xfrm>
            <a:off x="6610350" y="614363"/>
            <a:ext cx="5024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swald" pitchFamily="2" charset="0"/>
              </a:rPr>
              <a:t>TEMPERATURE</a:t>
            </a:r>
            <a:endParaRPr lang="en-CA" sz="3200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3A6BE-7D34-0812-B2D1-BE28C6E726CD}"/>
              </a:ext>
            </a:extLst>
          </p:cNvPr>
          <p:cNvSpPr txBox="1"/>
          <p:nvPr/>
        </p:nvSpPr>
        <p:spPr>
          <a:xfrm>
            <a:off x="6610350" y="1476375"/>
            <a:ext cx="5024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swald" pitchFamily="2" charset="0"/>
              </a:rPr>
              <a:t>PRESSURE</a:t>
            </a:r>
            <a:endParaRPr lang="en-CA" sz="3200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A0DCA-F1D2-F633-DDB9-815450CC5E42}"/>
              </a:ext>
            </a:extLst>
          </p:cNvPr>
          <p:cNvSpPr txBox="1"/>
          <p:nvPr/>
        </p:nvSpPr>
        <p:spPr>
          <a:xfrm>
            <a:off x="6610350" y="2476500"/>
            <a:ext cx="5024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Oswald" pitchFamily="2" charset="0"/>
              </a:rPr>
              <a:t>GEOMETRY</a:t>
            </a:r>
            <a:endParaRPr lang="en-CA" sz="3200" dirty="0">
              <a:solidFill>
                <a:schemeClr val="bg1"/>
              </a:solidFill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79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9671B-D7CB-E20D-C589-B82D324F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5048B1C-A2A8-FA0B-A452-9E293D0A4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425" y="947737"/>
            <a:ext cx="2168124" cy="29908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3BE7F09-4D00-D69D-E5CC-8D3B77949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8179" y="237905"/>
            <a:ext cx="4742548" cy="48174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A4FA75-7249-34FD-7B56-04B7E53889B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l="58529"/>
          <a:stretch/>
        </p:blipFill>
        <p:spPr>
          <a:xfrm>
            <a:off x="4109132" y="2233612"/>
            <a:ext cx="1544690" cy="17911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E76903F-8583-0C74-5F91-408312DF1B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2162" y="607248"/>
            <a:ext cx="1907632" cy="142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8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D57B2-CC4F-16B6-847C-FE92A687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D2D81C1-C523-4F41-7761-7D8E4F5BA415}"/>
              </a:ext>
            </a:extLst>
          </p:cNvPr>
          <p:cNvGrpSpPr/>
          <p:nvPr/>
        </p:nvGrpSpPr>
        <p:grpSpPr>
          <a:xfrm>
            <a:off x="8920162" y="859941"/>
            <a:ext cx="2781300" cy="3353889"/>
            <a:chOff x="8920162" y="859941"/>
            <a:chExt cx="2781300" cy="3353889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54529CC-4266-832D-1C85-9D8946C0A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05216" y="859941"/>
              <a:ext cx="2160248" cy="200246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662C34-3167-C3FA-4987-5EAC7E668BD4}"/>
                </a:ext>
              </a:extLst>
            </p:cNvPr>
            <p:cNvSpPr txBox="1"/>
            <p:nvPr/>
          </p:nvSpPr>
          <p:spPr>
            <a:xfrm>
              <a:off x="8920162" y="3136612"/>
              <a:ext cx="27813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Oswald" pitchFamily="2" charset="0"/>
                </a:rPr>
                <a:t>CONDUCTIVITY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Oswald" pitchFamily="2" charset="0"/>
                </a:rPr>
                <a:t>+++</a:t>
              </a:r>
              <a:endParaRPr lang="en-CA" sz="3200" dirty="0">
                <a:solidFill>
                  <a:schemeClr val="bg1"/>
                </a:solidFill>
                <a:latin typeface="Oswald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1E08A4-2196-F404-6F45-5CC534B24C2C}"/>
              </a:ext>
            </a:extLst>
          </p:cNvPr>
          <p:cNvGrpSpPr/>
          <p:nvPr/>
        </p:nvGrpSpPr>
        <p:grpSpPr>
          <a:xfrm>
            <a:off x="571500" y="859941"/>
            <a:ext cx="4201534" cy="3353889"/>
            <a:chOff x="571500" y="859941"/>
            <a:chExt cx="4201534" cy="335388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A251DE-5138-5B56-73AA-0844E089D842}"/>
                </a:ext>
              </a:extLst>
            </p:cNvPr>
            <p:cNvGrpSpPr/>
            <p:nvPr/>
          </p:nvGrpSpPr>
          <p:grpSpPr>
            <a:xfrm>
              <a:off x="571500" y="859941"/>
              <a:ext cx="4201534" cy="3353889"/>
              <a:chOff x="571500" y="859941"/>
              <a:chExt cx="4201534" cy="3353889"/>
            </a:xfrm>
          </p:grpSpPr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E7873277-939C-1D34-B7D0-D3377A44F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71968" y="859941"/>
                <a:ext cx="3901066" cy="1885332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0F1A17-9405-B505-D321-8CF830D93462}"/>
                  </a:ext>
                </a:extLst>
              </p:cNvPr>
              <p:cNvSpPr txBox="1"/>
              <p:nvPr/>
            </p:nvSpPr>
            <p:spPr>
              <a:xfrm>
                <a:off x="571500" y="3136612"/>
                <a:ext cx="27813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Oswald" pitchFamily="2" charset="0"/>
                  </a:rPr>
                  <a:t>CONDUCTIVITY</a:t>
                </a:r>
              </a:p>
              <a:p>
                <a:pPr algn="ctr"/>
                <a:r>
                  <a:rPr lang="en-US" sz="3200" dirty="0">
                    <a:solidFill>
                      <a:schemeClr val="bg1"/>
                    </a:solidFill>
                    <a:latin typeface="Oswald" pitchFamily="2" charset="0"/>
                  </a:rPr>
                  <a:t>+</a:t>
                </a:r>
                <a:endParaRPr lang="en-CA" sz="3200" dirty="0">
                  <a:solidFill>
                    <a:schemeClr val="bg1"/>
                  </a:solidFill>
                  <a:latin typeface="Oswald" pitchFamily="2" charset="0"/>
                </a:endParaRPr>
              </a:p>
            </p:txBody>
          </p:sp>
        </p:grp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54D98FD-1F87-95AC-6B81-9E07C616B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99023" y="2472635"/>
              <a:ext cx="731712" cy="54527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7E943C-5852-0AE1-161F-A9CE0FC8B25C}"/>
              </a:ext>
            </a:extLst>
          </p:cNvPr>
          <p:cNvGrpSpPr/>
          <p:nvPr/>
        </p:nvGrpSpPr>
        <p:grpSpPr>
          <a:xfrm>
            <a:off x="4624387" y="859941"/>
            <a:ext cx="4272972" cy="3353889"/>
            <a:chOff x="4624387" y="859941"/>
            <a:chExt cx="4272972" cy="335388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9F1A5D-4FD3-043E-1230-B8A61EB7E375}"/>
                </a:ext>
              </a:extLst>
            </p:cNvPr>
            <p:cNvGrpSpPr/>
            <p:nvPr/>
          </p:nvGrpSpPr>
          <p:grpSpPr>
            <a:xfrm>
              <a:off x="4624387" y="859941"/>
              <a:ext cx="4272972" cy="3353889"/>
              <a:chOff x="4624387" y="859941"/>
              <a:chExt cx="4272972" cy="3353889"/>
            </a:xfrm>
          </p:grpSpPr>
          <p:pic>
            <p:nvPicPr>
              <p:cNvPr id="3" name="Graphic 2">
                <a:extLst>
                  <a:ext uri="{FF2B5EF4-FFF2-40B4-BE49-F238E27FC236}">
                    <a16:creationId xmlns:a16="http://schemas.microsoft.com/office/drawing/2014/main" id="{C880BD17-C97D-66CD-6969-1DC2A9ABC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996293" y="859941"/>
                <a:ext cx="3901066" cy="190889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28F4A1-A8E1-D7F0-32FC-609046E7A07F}"/>
                  </a:ext>
                </a:extLst>
              </p:cNvPr>
              <p:cNvSpPr txBox="1"/>
              <p:nvPr/>
            </p:nvSpPr>
            <p:spPr>
              <a:xfrm>
                <a:off x="4624387" y="3136612"/>
                <a:ext cx="27813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  <a:latin typeface="Oswald" pitchFamily="2" charset="0"/>
                  </a:rPr>
                  <a:t>CONDUCTIVITY</a:t>
                </a:r>
              </a:p>
              <a:p>
                <a:pPr algn="ctr"/>
                <a:r>
                  <a:rPr lang="en-US" sz="3200" dirty="0">
                    <a:solidFill>
                      <a:schemeClr val="bg1"/>
                    </a:solidFill>
                    <a:latin typeface="Oswald" pitchFamily="2" charset="0"/>
                  </a:rPr>
                  <a:t>++</a:t>
                </a:r>
                <a:endParaRPr lang="en-CA" sz="3200" dirty="0">
                  <a:solidFill>
                    <a:schemeClr val="bg1"/>
                  </a:solidFill>
                  <a:latin typeface="Oswald" pitchFamily="2" charset="0"/>
                </a:endParaRPr>
              </a:p>
            </p:txBody>
          </p:sp>
        </p:grp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B474533-B3F5-0976-59D9-AA82A8674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70998" y="2472635"/>
              <a:ext cx="731712" cy="5452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204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12</Words>
  <Application>Microsoft Office PowerPoint</Application>
  <PresentationFormat>Widescreen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Oswald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Uriel</dc:creator>
  <cp:lastModifiedBy>Uriel</cp:lastModifiedBy>
  <cp:revision>1</cp:revision>
  <dcterms:created xsi:type="dcterms:W3CDTF">2025-03-13T23:33:08Z</dcterms:created>
  <dcterms:modified xsi:type="dcterms:W3CDTF">2025-03-14T02:22:38Z</dcterms:modified>
</cp:coreProperties>
</file>